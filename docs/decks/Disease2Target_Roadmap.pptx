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mutated samples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G12D</c:v>
                  </c:pt>
                  <c:pt idx="1">
                    <c:v>G12V</c:v>
                  </c:pt>
                  <c:pt idx="2">
                    <c:v>G12R</c:v>
                  </c:pt>
                  <c:pt idx="3">
                    <c:v>Q61H</c:v>
                  </c:pt>
                  <c:pt idx="4">
                    <c:v>G12C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28</c:v>
                </c:pt>
                <c:pt idx="2">
                  <c:v>21</c:v>
                </c:pt>
                <c:pt idx="3">
                  <c:v>5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846320"/>
            <a:ext cx="1280160" cy="1280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109728" cy="2468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process app to a content-centric,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traceable target-discovery engine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 — Proof of Concept  ·  Progress &amp;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Kurmachalam</a:t>
            </a:r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June 13,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github.com/aimed-lab/DiseaseToGene   ·   disease-to-gene.vercel.app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reframe: from running a process to building content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process-centric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disease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APIs on the spot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result on screen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refresh — nothing stored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57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28800"/>
            <a:ext cx="91440" cy="3108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content-centric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6060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 from named 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with reproducible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permanent disease–target content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it · audit it · reuse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test for every feature:  does it produce stored, sourced, reusable content — not just a transient on-screen answer?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built this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91440" cy="18745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 (Supabase)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408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papers · evidence_cards · gene_content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provenance-tagged storage of disease–target content. Re-harvest refreshes, never duplicates.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73736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37360"/>
            <a:ext cx="91440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938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Mutation-level axis (cBioPortal)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23408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→ mutation → frequency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26700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→ G12D 41% in PDAC tumors. Real per-patient calls, not predicted.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91440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33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Paper-derived evidence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5354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→ AI extract → sourced cards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646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paper; genes, drugs and outcomes extracted with the exact source sentence.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31920"/>
            <a:ext cx="91440" cy="18745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133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45354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· date · audit status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48646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provenance and an audit label; AI only reads, code computes scores.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evidence in, stored content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" y="22860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" y="2286000"/>
            <a:ext cx="2606040" cy="10972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5176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Targets · Papers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 · ChEMBL · cBioPortal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34056" y="28346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36976" y="22860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36976" y="2286000"/>
            <a:ext cx="260604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374136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74136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scoring (code)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extraction (agents)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43016" y="28346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45936" y="22860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2286000"/>
            <a:ext cx="26060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versioned,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provenance-tagged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51976" y="28346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454896" y="22860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54896" y="2286000"/>
            <a:ext cx="260604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9592056" y="26700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92056" y="3154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· traceable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reusable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rule:  scores, normalization and ranking are deterministic code — AI is used only for reading papers, extracting and auditing evidence.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Pancreatic cancer — the first proof of concept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10896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PDAC tumors carry a KRAS mutation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cBioPortal · TCGA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28416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G12D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19856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variant (41% of mutated)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9856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mutation-level depth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45936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7376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5,903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28816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bioactivity compounds on KRAS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28816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druggability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54896" y="201168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46336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SRC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637776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overlooked target surfaced from a paper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37776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misses it → benchmarking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→ protein → mutation → frequency → drug — the depth the professor asked for, fully sourced.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Mutation-level evidence — KRAS variants in PDAC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404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of 179 sequenced PDAC tumors are KRAS-mutated.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G12D / G12V / G12R = ~90% — the common variants.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G12C (1%) → sotorasib, adagrasib (approved).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G12D/V/R → daraxonrasib (Phase 3, 2026) — the new option.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TCGA PanCancer Atlas (paad_tcga_pan_can_atlas_2018) · retrieved 2026-06-13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Trackable · trustworthy · agent-assessed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023360"/>
          </a:xfrm>
          <a:prstGeom prst="rect">
            <a:avLst/>
          </a:prstGeom>
          <a:solidFill>
            <a:srgbClr val="13315C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content block carries: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·  Source type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 / DOI / API query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date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 ·  agent version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text (exact source sentence)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status  ·  content version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lifecycle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514600"/>
            <a:ext cx="5120640" cy="566928"/>
          </a:xfrm>
          <a:prstGeom prst="rect">
            <a:avLst/>
          </a:prstGeom>
          <a:solidFill>
            <a:srgbClr val="0E294A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706624"/>
            <a:ext cx="182880" cy="182880"/>
          </a:xfrm>
          <a:prstGeom prst="ellipse">
            <a:avLst/>
          </a:prstGeom>
          <a:solidFill>
            <a:srgbClr val="8FA6C4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514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3227832"/>
            <a:ext cx="5120640" cy="566928"/>
          </a:xfrm>
          <a:prstGeom prst="rect">
            <a:avLst/>
          </a:prstGeom>
          <a:solidFill>
            <a:srgbClr val="0E294A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34198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32278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audit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941064"/>
            <a:ext cx="5120640" cy="566928"/>
          </a:xfrm>
          <a:prstGeom prst="rect">
            <a:avLst/>
          </a:prstGeom>
          <a:solidFill>
            <a:srgbClr val="0E294A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413308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9410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654296"/>
            <a:ext cx="5120640" cy="566928"/>
          </a:xfrm>
          <a:prstGeom prst="rect">
            <a:avLst/>
          </a:prstGeom>
          <a:solidFill>
            <a:srgbClr val="0E294A"/>
          </a:solidFill>
          <a:ln w="12700">
            <a:solidFill>
              <a:srgbClr val="1E4A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484632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46542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/ Needs 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computes the scores (reproducible) · AI reads, extracts and audits (never invents numbers).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 vs the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57860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Content-centric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23697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Mutation-level cancer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89534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Paper-derived genes + sources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55371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Code-for-scores, AI-for-reading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52120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benchmark (mostly)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783080"/>
            <a:ext cx="3611880" cy="5029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27448" y="2578608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proof of concept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27448" y="3236976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case-study package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27448" y="3895344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5" name="Text 23"/>
          <p:cNvSpPr/>
          <p:nvPr/>
        </p:nvSpPr>
        <p:spPr>
          <a:xfrm>
            <a:off x="50017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traceability stamp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27448" y="4553712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methods (RWR/WINNER)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27448" y="5212080"/>
            <a:ext cx="146304" cy="146304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29" name="Text 27"/>
          <p:cNvSpPr/>
          <p:nvPr/>
        </p:nvSpPr>
        <p:spPr>
          <a:xfrm>
            <a:off x="50017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OT as one source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178308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1783080"/>
            <a:ext cx="36118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613648" y="257860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8887968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× Source matrix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13648" y="323697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887968" y="31272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ingestion agents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13648" y="389534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887968" y="3785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recovery view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613648" y="4553712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8887968" y="4443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 → Spinner expansion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613648" y="521208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5102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GeneTerrain export · GBM/AD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FLAGGED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next priority: separate GET by source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00200"/>
                <a:gridCol w="1234440"/>
                <a:gridCol w="1463040"/>
                <a:gridCol w="1280160"/>
                <a:gridCol w="1280160"/>
                <a:gridCol w="128016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Targets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ChEMBL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Professor's repeated ask — “I still don't see GET separated by its data sources.”  Every value above is buildable from what we already store.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pancreatic-first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025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Source-separation matrix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× source view in app + DB — answers the #1 repeated ask.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0025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002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agent (upgrade)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extracted genes with G/E/T + confidence + approve-before-save.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741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 + traceability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gene/disease/evidence in source; promote to human-verified.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3741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374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recovery 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GET rank KRAS/SRC/known targets high? Recovery metric.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457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expansion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001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seeds → PAGER pathways → Spinner centrality → re-rank.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434840"/>
            <a:ext cx="5349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20840" y="474573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5236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GeneTerrain export + GBM/AD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5001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All-attribute export (pending schema); then GBM, then Alzheimer's.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commitments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updates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today · working on · output/link · blocker · plan for tomorrow.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37360"/>
            <a:ext cx="91440" cy="1783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9933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iterations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pancreatic_get_v0.1 → v0.2 → v0.3 — data, ranking, app, audit per version.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40480"/>
            <a:ext cx="91440" cy="17830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96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data · source_records · analysis · manuscript · figures · target_cards · audit_reports · logs.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92240" y="384048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545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840480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096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together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analysis, supplemental and manuscript advance in every iteration — not code alone.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· Content-Centric Target Discovery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 NEED FROM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inputs to keep the engine moving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85416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/ GeneTerrain input schema — exact fields to push.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843784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072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— schema + access, or confirm Supabase as interim store.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02152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4655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target lists — accept my curated sets, or provide yours.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reference workflow — pointer to the existing work to reproduce.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818888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18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priority: pancreatic cancer + traceability first.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— a traceable, content-centric scientific engine. Pancreatic cancer first.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Disease2Target — Progress &amp; Roadmap</dc:title>
  <dc:subject>PptxGenJS Presentation</dc:subject>
  <dc:creator>Nikhil Kurmachalam</dc:creator>
  <cp:lastModifiedBy>Nikhil Kurmachalam</cp:lastModifiedBy>
  <cp:revision>1</cp:revision>
  <dcterms:created xsi:type="dcterms:W3CDTF">2026-06-14T03:20:30Z</dcterms:created>
  <dcterms:modified xsi:type="dcterms:W3CDTF">2026-06-14T03:20:30Z</dcterms:modified>
</cp:coreProperties>
</file>