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5C4B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Content-Centric Plan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professor said  →  what we do next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A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 ·  Glioblastoma  ·  Alzheimer's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Kurmachalam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MESSAGE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treating the app as just a UI.
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a 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45C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traceable scientific content engine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“click → AI runs → answer appears, then it's gone.”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 for every disease we store versioned, sourced, auditable target-ranking content that can be updated, cited, and reused in papers, supplements, and downstream tools.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professor said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must show its source, date, agent, and API — or it's “toxic.”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554480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105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content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23957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evidence → database; background knowledge → wiki / LLM memory.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01584" y="155448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1554480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18105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updates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0184" y="23957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deadline — share progress every day, even if small.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04488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Cancer = mutations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4745736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KRAS / SRC, go gene → protein → mutation → frequency → druggable site.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25112" y="3904488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5112" y="3904488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the ranking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53712" y="4745736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GET recovers known targets better than a baseline.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01584" y="3904488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1584" y="3904488"/>
            <a:ext cx="3611880" cy="82296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4160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&amp; document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30184" y="4745736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attributes to Spinner / GeneTerrain; keep a real working directory.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fix immediately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 on every block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date retrieved · evidence type · generated-by · audit status · link. The #1 priority — untraceable = unusable.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25112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92024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“top of cream”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342900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high-value evidence in the database (Oracle later — Supabase now). Papers &amp; reasoning go to wiki / LLM.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01584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192024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5904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updates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75904" y="342900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one-line update beats silence. Build the habit — it's the cheapest way to rebuild trust.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 — every number carries provenance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evidence block (gene card, druggability, score, trial, literature) records and shows: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120640" cy="475488"/>
          </a:xfrm>
          <a:prstGeom prst="rect">
            <a:avLst/>
          </a:prstGeom>
          <a:solidFill>
            <a:srgbClr val="E9F2F1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5544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554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121408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214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2121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688336"/>
            <a:ext cx="5120640" cy="475488"/>
          </a:xfrm>
          <a:prstGeom prst="rect">
            <a:avLst/>
          </a:prstGeom>
          <a:solidFill>
            <a:srgbClr val="E9F2F1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688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0" y="26883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druggability · IC50 · approved drug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255264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25526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32552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GET-Agent v1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822192"/>
            <a:ext cx="5120640" cy="475488"/>
          </a:xfrm>
          <a:prstGeom prst="rect">
            <a:avLst/>
          </a:prstGeom>
          <a:solidFill>
            <a:srgbClr val="E9F2F1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8221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status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38221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audited / verified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38912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389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4389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source record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5577840" cy="2788920"/>
          </a:xfrm>
          <a:prstGeom prst="rect">
            <a:avLst/>
          </a:prstGeom>
          <a:solidFill>
            <a:srgbClr val="0E2A30"/>
          </a:solidFill>
          <a:ln/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2918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Inline (i) info dots on every metric card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17-section in-app Documentation (formulas + sources)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“Traceability &amp; Audit” doc: numbers are sourced,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is narrative-only — never fabricated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focus — cancer needs mutation depth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653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Pancreatic Cancer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for a long time, not coming through yet. Anchor on KRAS + SRC.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25112" y="155448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847088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93792" y="18653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Glioblastoma (GBM)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CANCER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9432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mutation-level depth; recover known GBM targets.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01584" y="155448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1847088"/>
            <a:ext cx="457200" cy="457200"/>
          </a:xfrm>
          <a:prstGeom prst="ellipse">
            <a:avLst/>
          </a:prstGeom>
          <a:solidFill>
            <a:srgbClr val="5A6B73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70264" y="18653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Alzheimer's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75904" y="25146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USEFUL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75904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protein / pathway level is acceptable here.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64240" cy="1371600"/>
          </a:xfrm>
          <a:prstGeom prst="rect">
            <a:avLst/>
          </a:prstGeom>
          <a:solidFill>
            <a:srgbClr val="FBF3E2"/>
          </a:solidFill>
          <a:ln w="12700">
            <a:solidFill>
              <a:srgbClr val="EBD9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cancer, don't stop at the protein level: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 →  protein  →  mutation  →  mutation frequency  →  structure  →  druggable site  →  clinical relevance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ANCHORS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KRAS &amp; SRC — the cancer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32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5321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STRONG BENCHMARK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Mutation-specific drugs (G12C / G12D) improving survival. Ranking must place KRAS high and resolve to the mutation level — G12D dominates PDAC.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532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5532120" cy="8686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45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TARGET-DISCOVERY 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1546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/ resistant pancreatic cancer. Reproduce and extend the existing SRC workflow through Disease2Target.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— does GET recover known targets?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disease, measure the rank/percentile of known targets vs a naive baseline.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targets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Pancreatic cancer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KRAS, SRC, clinical-trial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GET rank them high?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Glioblastoma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EGFR, IDH1, MGMT-context, trial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GET recover them?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Alzheimer's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APOE, BACE1, MAPT, TREM2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meaningfully?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E9F2F1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12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 </a:t>
            </a:r>
            <a:pPr indent="0" marL="0">
              <a:buNone/>
            </a:pPr>
            <a:r>
              <a:rPr lang="en-US" sz="14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percentile of known targets  +  recovery summary (e.g. “8 / 10 in top 20%”)  vs raw association / expression baseline.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to Spinner → GeneTerrain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taken: push </a:t>
            </a:r>
            <a:pPr indent="0" marL="0">
              <a:buNone/>
            </a:pPr>
            <a:r>
              <a:rPr lang="en-US" sz="1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genes and all ranking-relevant attributes</a:t>
            </a:r>
            <a:pPr indent="0" marL="0">
              <a:buNone/>
            </a:pPr>
            <a:r>
              <a:rPr lang="en-US" sz="170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a top-10 GET score.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5146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77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Disease2Target / 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81528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237744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377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07608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377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GeneTerrain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33688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237744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3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18320" y="2377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 · simulations · survival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to push: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· expression · target · GET · network / importance · selectivity (TAU, bimodality) · druggability (ChEMBL) · mutation (cancer) · cell-type fields · provenance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rgbClr val="FBF3E2"/>
          </a:solidFill>
          <a:ln w="12700">
            <a:solidFill>
              <a:srgbClr val="EBD9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Blocker:  </a:t>
            </a:r>
            <a:pPr indent="0" marL="0">
              <a:buNone/>
            </a:pPr>
            <a:r>
              <a:rPr lang="en-US" sz="14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Spinner / GeneTerrain input schema from the professor. Until then — deliver a complete JSON + CSV export, ready for handoff.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done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0136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info dots on every metric + full in-app Documentation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42616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42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87168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druggability (label, IC50, modalities) + clear naming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83864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328416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/ Europe PMC / clinical / TAU / bimodality evidence live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25112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169664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storage: versioned, sourced ranking snapshots in Supabase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1663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010912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Invite-gated registration + admin controls; deployed on Vercel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deliverables — next 10 days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+ this deck; share with professor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metadata on gene + ChEMBL cards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in exports; SRC case-study page started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cBioPortal mutation axis — KRAS / SRC frequency (PDAC)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 case study complete; KRAS benchmark write-up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recovery view (PDAC)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case study + benchmark 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ranking snapshots in Supabase  ✓ 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Alzheimer's benchmark · Spinner export · working-directory + manuscript stub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a short daily update — every day, regardless of size.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Plan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5C4B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 NEED FROM YOU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08176"/>
            <a:ext cx="310896" cy="31089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08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/ GeneTerrain input schema — exact fields to push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066544"/>
            <a:ext cx="310896" cy="31089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66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299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schema + access, or confirm Supabase as interim store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883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target lists — accept my curated sets, or provide yours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310896" cy="31089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3467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reference workflow — pointer to the paper to reproduce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2960" y="4041648"/>
            <a:ext cx="310896" cy="31089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0050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priority: pancreatic cancer + traceability first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10515600" cy="0"/>
          </a:xfrm>
          <a:prstGeom prst="line">
            <a:avLst/>
          </a:prstGeom>
          <a:noFill/>
          <a:ln w="12700">
            <a:solidFill>
              <a:srgbClr val="1C4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traceable, content-centric system — stored evidence, mutation-level cancer depth, benchmarked rankings, daily updates, documentation, and a Spinner-ready export — starting with pancreatic cancer.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Disease2Target — Content-Centric Plan</dc:title>
  <dc:subject>PptxGenJS Presentation</dc:subject>
  <dc:creator>Nikhil Kurmachalam</dc:creator>
  <cp:lastModifiedBy>Nikhil Kurmachalam</cp:lastModifiedBy>
  <cp:revision>1</cp:revision>
  <dcterms:created xsi:type="dcterms:W3CDTF">2026-06-12T20:13:02Z</dcterms:created>
  <dcterms:modified xsi:type="dcterms:W3CDTF">2026-06-12T20:13:02Z</dcterms:modified>
</cp:coreProperties>
</file>