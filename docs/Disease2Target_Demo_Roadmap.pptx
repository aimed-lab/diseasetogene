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mutated samples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G12D</c:v>
                  </c:pt>
                  <c:pt idx="1">
                    <c:v>G12V</c:v>
                  </c:pt>
                  <c:pt idx="2">
                    <c:v>G12R</c:v>
                  </c:pt>
                  <c:pt idx="3">
                    <c:v>Q61H</c:v>
                  </c:pt>
                  <c:pt idx="4">
                    <c:v>G12C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28</c:v>
                </c:pt>
                <c:pt idx="2">
                  <c:v>21</c:v>
                </c:pt>
                <c:pt idx="3">
                  <c:v>5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846320"/>
            <a:ext cx="1280160" cy="1280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2468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built, why it matters,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where the data goes next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content-centric, traceable target-discovery engine  ·  Pancreatic cancer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Kurmachalam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June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github.com/aimed-lab/DiseaseToGene   ·   disease-to-gene.vercel.app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reframe: from running a process to building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process-centric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disease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APIs on the spot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result on screen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refresh — nothing stored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28800"/>
            <a:ext cx="91440" cy="3108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content-centric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6060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 from named 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with reproducible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permanent disease–target content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 · audit it · reuse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test:  does the feature produce stored, sourced, reusable content — not just a transient on-screen answer?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added this cycle — we'll demo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2402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axis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cBioPortal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genes now resolve to the mutation level — KRAS → G12D.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828800"/>
            <a:ext cx="361188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5829300" y="224028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8293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→ evidence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+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paper; genes, drugs and outcomes extracted with source quotes.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828800"/>
            <a:ext cx="361188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715500" y="22402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5039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reuse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039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per gene stored, versioned, highlighted, and reused.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CBIOPORTAL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 axis: gene → mutation → frequency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cancer genes we now pull per-patient mutation data from cBioPortal (public, no key) and show frequency + hotspot variants on the gene card.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3374136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“KRAS is associated” isn't enough for cancer — drugs target specific mutations. The professor asked for gene → mutation depth, not protein-level only.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873752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in pancreatic cancer: mutated in 66% of tumors, dominant variant G12D (41%) — sourced to TCGA PanCancer Atlas, with retrieval date.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PAPERS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→ structured, sourced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→ Gemini extracts genes, drugs, mutations and outcomes — each fact keeps the exact source sentence — stored as evidence cards.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3374136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are the high-value content. No single API gives the mutation→drug link; the professor wants stored, sourced, reusable content, not a chat answer.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873752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SRC paper → 6 evidence cards (Dasatinib/Bosutinib → SRC, Sotorasib → KRAS G12C) with verbatim quotes, tagged AI-extracted.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CONTENT STORE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the evidence — then reuse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gene_content store + a “Harvest” button that loops loaded genes and saves the full profile: scores, clinical, literature, ChEMBL, mutations.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3374136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results are stored, reusable and refreshable — not re-fetched on every click. This is the foundation for daily updates and benchmarking.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4873752"/>
            <a:ext cx="8686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with stored evidence light up in the ranking (EVIDENCE badge); click → see the sourced cards. SRC surfaces even though Open Targets ranks it low.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CBIOPORTAL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result, concretely — KRAS variants in PDAC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404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of 179 sequenced PDAC tumors are KRAS-mutated.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G12D / G12V / G12R ≈ 90% — the common variants.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G12C (1%) → sotorasib, adagrasib (approved).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G12D/V/R → daraxonrasib (Phase 3, 2026) — the new option.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TCGA PanCancer Atlas (paad_tcga_pan_can_atlas_2018) · retrieved 2026-06-13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data lives — and where it goes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today — Supabase (Postgres)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ingested paper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evidence_cards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per gene/drug/mutation + source quote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239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gene_content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416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profile per (disease, gene)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28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target_ranking_snapshots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221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ranking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4069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here, and where next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46888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now — Postgres, row-level security, fast, free interim store. Already wired into the app.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next — migrate the structured, high-value content (genes, evidence, scores, audit) to the lab's Oracle DB.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LLM — long-form: paper summaries, notes, manuscript drafts.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Trackable &amp; trustworthy — 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retrieval date on harvested content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source sentence on every evidence card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audit_status field (default: AI-extracted)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by code, not AI (reproducible)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5440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7830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(NEXT)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lifecycle: Extracted → Pending → Verified / Rejected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 re-checks each fact against its source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Generated-by + agent version + content version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“Verify” button: promote to human-verified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 vs the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5786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Content-centric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23697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Mutation-level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89534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Paper-derived genes + sources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55371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Code-for-scores, AI-for-reading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52120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benchmark (mostly)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783080"/>
            <a:ext cx="3611880" cy="502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27448" y="2578608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proof of concept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27448" y="3236976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case-study package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27448" y="3895344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5" name="Text 23"/>
          <p:cNvSpPr/>
          <p:nvPr/>
        </p:nvSpPr>
        <p:spPr>
          <a:xfrm>
            <a:off x="50017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traceability stamp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27448" y="4553712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methods (RWR/WINNER)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27448" y="5212080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9" name="Text 27"/>
          <p:cNvSpPr/>
          <p:nvPr/>
        </p:nvSpPr>
        <p:spPr>
          <a:xfrm>
            <a:off x="50017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OT as one source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783080"/>
            <a:ext cx="36118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13648" y="257860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88879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× Source matrix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13648" y="323697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8879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ingestion agents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13648" y="389534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8879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recovery view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613648" y="4553712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88879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content to Oracle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613648" y="521208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GeneTerrain export · Alzheimer's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FLAGGED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next priority: separate GET by source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00200"/>
                <a:gridCol w="1234440"/>
                <a:gridCol w="1463040"/>
                <a:gridCol w="1280160"/>
                <a:gridCol w="1280160"/>
                <a:gridCol w="128016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Targets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ChEMBL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Professor's repeated ask — “I still don't see GET separated by its data sources.”  Every value above is buildable from what we already store.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history &amp; documentation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069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 (per disease)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pancreatic_get_v0.2/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         data/        source_records/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analysis/     manuscript/  supplemental/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figures/      target_cards/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audit_reports/  logs/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212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iterations (Box-style history)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20840" y="2532888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PDAC bundle: OT + KRAS mutation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2898648"/>
            <a:ext cx="0" cy="5029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341985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3401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 paper evidence + harvest store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3785616"/>
            <a:ext cx="0" cy="5029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43068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4288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matrix + audit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= data + ranking + app + manuscript + audit, together.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place: ranking content is versioned in Supabase (snapshots). This adds project-level version history — the manuscript, data and app evolve together, every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&amp; next — diseases and storage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focus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148840"/>
            <a:ext cx="91440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38160" y="214884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148840"/>
            <a:ext cx="91440" cy="1143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path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14800"/>
            <a:ext cx="91440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interim structured store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86200" y="4434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411480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lab's structured DB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35240" y="4434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4114800"/>
            <a:ext cx="91440" cy="11430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LLM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0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&amp; manuscripts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roadmap — pancreatic-first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025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Source-separation matrix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× source view in app + DB — the #1 repeated ask.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0025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audit 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genes G/E/T + confidence; audit each fact against its source.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741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recovery 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GET rank KRAS / SRC / known targets high?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3741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content to Oracle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structured content from Supabase to the lab Oracle DB.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457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expansion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001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seeds → PAGER pathways → Spinner centrality → re-rank.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4348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47457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523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GeneTerrain export + GBM/AD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5001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All-attribute export (pending schema); then GBM, then Alzheimer's.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 NEED FROM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to keep the engine moving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85416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— schema + access, or confirm Supabase as the interim store.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843784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072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/ GeneTerrain input schema — exact fields to push.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0215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655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target lists — accept my curated sets, or provide yours.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reference workflow — pointer to the existing work to reproduce.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818888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18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priority: pancreatic cancer + traceability first, Alzheimer's next.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— a traceable, content-centric scientific engine. Pancreatic cancer first, Alzheimer's next.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Disease2Target — Demo, Progress &amp; Roadmap</dc:title>
  <dc:subject>PptxGenJS Presentation</dc:subject>
  <dc:creator>Nikhil Kurmachalam</dc:creator>
  <cp:lastModifiedBy>Nikhil Kurmachalam</cp:lastModifiedBy>
  <cp:revision>1</cp:revision>
  <dcterms:created xsi:type="dcterms:W3CDTF">2026-06-14T21:36:35Z</dcterms:created>
  <dcterms:modified xsi:type="dcterms:W3CDTF">2026-06-14T21:36:35Z</dcterms:modified>
</cp:coreProperties>
</file>